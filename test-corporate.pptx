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6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834390"/>
            <a:ext cx="685800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834390"/>
            <a:ext cx="68580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281678"/>
            <a:ext cx="68580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29159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2026年AI产品规划 — 领导汇报PPT详细文字大纲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目录总览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章节 | 标题 | 页数 | 时长 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|------|------|------|------|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封面 | 封面页 | 1页 | —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第一章 | 战略背景与年度使命 | 3-4页 | 5分钟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第二章 | 需求洞察与业务痛点 | 3-4页 | 5分钟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第三章 | 产品全景与架构设计 | 4-5页 | 5分钟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第四章 | 八大产品线详解 | 8-10页 | 10分钟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第五章 | 全年实施路线图 | 3-4页 | 5分钟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第六章 | 团队配置与成本预算 | 2-3页 | 3分钟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第七章 | 核心KPI与预期ROI | 2-3页 | 3分钟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第八章 | 风险管控与应对策略 | 2页 | 2分钟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第九章 | 近期速赢与待决事项 | 1-2页 | 2分钟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尾页 | 总结与下一步行动 | 1页 | — 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**合计** | | **30-40页** | **40分钟** |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**标题**：2026年AI产品战略规划与落地路径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**副标题**：精准守护，AI赋能 — 打造中国高端健康管理新标杆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**汇报人**：AI部门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**汇报日期**：2026年X月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**版本**：V1.0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**机密等级**：内部机密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第一章：战略背景与年度使命（3-4页，5分钟）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**页面标题**：公司三大聚焦战略 × AI赋能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**核心内容**：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公司2026年三大战略聚焦方向：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战略聚焦 | 具体目标 | AI赋能切入点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|---------|---------|-------------|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**聚焦场域** | 300个会客厅 + 100强合伙人店 | AI营销助手、AI企微侧边栏赋能一线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**聚焦专业** | 顾问式销售升级，从"产品销售"→"健康顾问" | AI知识库、AI诊疗辅助提升专业能力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**聚焦效能** | 智慧化系统 + AI提效 | 8大AI产品全面覆盖核心业务流程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**关键信息**：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市场布局覆盖7大区域（华东/华南/西北/西南/华中/华北）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两种轻资产模式：丽滋汇+健康会客厅、丽享云站+健康会客厅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六大品项：体检、干预、康复、康养、转诊、医美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AI是"聚焦效能"的核心技术抓手，贯穿营销/服务/管理全流程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766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**演讲要点**：强调AI不是孤立的技术项目，而是公司三大战略聚焦的底层支撑，特别是"效能"维度的核心引擎。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**页面标题**：AI部门2026年度使命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**年度使命**（一句话）：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建立AI基础平台、推动业务场景落地、提升研发与运营效率，形成可复制、可扩展的数智能力体系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**年度愿景**：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"精准守护，AI赋能" — 打造中国高端健康管理新标杆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**年度三大聚焦**：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**聚焦场域**：核心业务场域AI触点部署与闭环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**聚焦专业**：知识工程与专业流程标准化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**聚焦效能**：流程自动化与运营智能化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**演讲要点**：AI部门使命与公司战略高度对齐，三个聚焦维度一一呼应。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**页面标题**：AI部门六大核心职责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# | 职责 | 关键交付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|---|------|---------|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1 | **AI基础平台搭建** | 大模型管理、知识库、数据治理、统一底座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2 | **业务产品落地赋能** | 健康管理、会员服务、会客厅/云站AI场景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3 | **研发AI工具应用** | 需求/设计/开发/测试/文档全流程AI化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4 | **AI自有知识产权** | 软著/专利布局与资产化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5 | **外部AI平台合作** | 补齐能力短板、共创方案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6 | **全公司AI培训推广** | 每部门1名AI牵头人、需求收集反馈闭环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**年度交付成果预期**：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AI基础平台可用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核心业务线AI场景落地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研发效率提升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AI技术资产沉淀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外部生态通道建立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全员AI能力体系初步成型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**页面标题**：场景分层策略 — Must-win / 规模复制 / 外采观察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层级 | 场景 | 策略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**Must-win（年度必达）** | 医生端/运营端/市场端核心场景 | 集中资源优先攻克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**规模复制** | 管家端侧边栏、AI营养餐、成本管理 | Must-win验证后快速复制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**外采观察** | AI总检报告生成 | 效果+合规为门槛，采购评估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**AI治理流程**：需求入口 → 立项评估 → 数据合规 → 开发评测 → 上线审批 → 运营复盘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**演讲要点**：不是所有需求都自研，外采观察类明确采购路径，聚焦核心自研能力。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第二章：需求洞察与业务痛点（3-4页，5分钟）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**页面标题**：7部门108项需求 — 一线调研全景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**调研背景**：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调研时间线：2026年1月开年全员训 → 2月12日AI医疗落地场景会议 → 2-3月一线调研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调研对象：7个核心业务部门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数据来源：一线访谈记录、会议纪要、年度战略规划、部门职责说明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**各部门需求分布**：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部门 | 需求数量 | 覆盖率 | 关键痛点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|------|---------|--------|---------|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护理部 | 12项 | **100%** | 工作量统计全靠手工、输液系统不联通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健康管理部 | 13项 | 85% | "AI机器人不准"、多系统切换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预约部 | — | 75% | 预约冲突、手动排班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医疗部 | 11项 | 63% | 体检逐项手动对比、病历依赖人工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咨询师 | 10项 | 60% | "看不到对应信息"、跨楼层数据不通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医学助理 | 2项 | 50% | 通话后手动录入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销售部 | 4项 | 0% | 市场调研、膳食运动建议 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**总覆盖度**：108项需求，完全覆盖70项（65%），部分覆盖24项（22%），未覆盖14项（13%）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**页面标题**：一线真实声音 — 痛点直击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**六大关键发现**：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**信息孤岛是最大公约数痛点**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HIS/CRM/体检/企微四大系统数据壁垒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管家每天在至少4个系统间频繁切换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**医生端6项需求已获会议级确认**（2月12日万振华会议）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AI总检报告、AI病历书写、智能审方、疗效评估、建诊记录自动化、体感反馈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**企微侧边栏覆盖面最广**（价值评分4.55分，全场最高）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跨角色（管家/市场/咨询师）统一入口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**护理安全需求不可忽视**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输液系统对接、HIS重名提示、医嘱提醒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**AI四象限是跨部门共识但当前"不准"**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多个部门提及，准确率是核心瓶颈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**2项已确认采购需求**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AI总检报告（20-30万，需强总确认）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8046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钉钉键设备（约12块 × 600-700元 ≈ 8,400元，刘总要求）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8503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**演讲要点**：用一线原话打动领导，"AI机器人不准"、"看不到对应的信息"——这些是真实的业务痛点，不是技术部门自己臆想的需求。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**页面标题**：五维加权评分 — S/A/B/C四级需求分类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**评分维度**（五维加权）：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 30% + 用户覆盖 20% + 使用频率 15% + 技术可行性 20% + 紧急程度 15%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**S级需求（≥4.0分，10项，占30%）— 最高优先级**：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排名 | 需求 | 评分 | 对应产品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1 | 企微语音转文字 | **4.55** | P6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2 | 客户异常指标对比 | 4.45 | P1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3 | AI病历书写 | 4.40 | P2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4 | 体检指标对比 | 4.40 | P2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5 | AI总检报告 | 4.40 | P2（外购）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126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**A级需求（3.5-3.99分，10项，占30%）**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83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**B级需求（3.0-3.49分，9项，占27%）**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040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**C级需求（&lt;3.0分，4项，占12%）**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**页面标题**：四波次推进 — 从奠基到规模化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波次 | 策略 | 核心内容 | 优先级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|------|------|---------|--------|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**第一波：奠基+快赢** | 先搭底座再出成果 | P8中台基础架构 + P6企微语音转文字 + P1核心功能 + P2总检报告（外购20-30万） | 最高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**第二波：专业深耕** | 攻克技术难点 | P2病历自动化（需HIS源码 + 钉钉键12块） + P3工作量统计 + AI四象限优化 | 高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**第三波：规模复制** | 能力横向复制 | P4咨询师 + P3护理深化 + P1/P5预约同步 + P7数据分析 | 中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**第四波：锦上添花** | 增值创新 | 拼图工具、会议纪要、食物识别等 | 低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**演讲要点**：先做"能看到效果的"（快赢），同时搭建底座（中台），再逐步深化和复制。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第三章：产品全景与架构设计（4-5页，5分钟）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**页面标题**：AI产品三层架构全景 — L1/L2/L3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**三层架构**（建议用可视化架构图呈现）：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```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┌─────────────────────────────────────────────────────────┐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L3 岗位工作台层（5个）                                      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┌─────────┬─────────┬─────────┬─────────┬─────────┐    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│P11 管家  │P12 医生  │P13 护理  │P14 咨询师 │P15 预约部│    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└─────────┴─────────┴─────────┴─────────┴─────────┘    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L2 业务平台层（5个）                                        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┌─────────┬─────────┬─────────┬─────────┬─────────┐    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│P06 数据  │P07 流程图 │P08 企微  │P09 营销  │P10 营养餐│    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└─────────┴─────────┴─────────┴─────────┴─────────┘    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├─────────────────────────────────────────────────────────┤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L1 AI能力中台层（5个）                                      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8046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┌─────────┬─────────┬─────────┬─────────┬─────────┐    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8503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│P01 模型  │P02 知识库 │P03 网关  │P04 工作流 │P05 多模态│    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8961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│ └─────────┴─────────┴─────────┴─────────┴─────────┘    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9418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└─────────────────────────────────────────────────────────┘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9875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```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10332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**核心逻辑**：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10789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**L1 能力中台**：提供统一AI能力底座（大模型/知识库/网关/工作流/多模态）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**L2 业务平台**：通用业务能力（数据分析/企微/营销/营养餐）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**L3 岗位工作台**：千人千面，5大岗位专属工作台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1188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**9个P0级产品**（RICE评分排名）：P9营销助手、P11管家、P12医生、P14咨询师、P8企微、P1大模型、P2知识库、P6数据、P3网关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**页面标题**：统一五栏布局标准 — 千人千面，统一体验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**五栏布局**（建议用线框图可视化）：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区域 | 宽度占比 | 功能定位 | 差异化 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|------|---------|---------|--------|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**E区** | 1/6 | 岗位工具箱（功能导航） | 各岗位12-14项专属功能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**A区** | 2/6 | AI Copilot助手（对话式交互） | 各岗位专属指令和对话模式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**B区** | 2/6 | 智能提醒中心（待办/预警） | 各岗位差异化提醒逻辑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**C区** | 3/6 | AI卡片组件库（可拖拽） | 8-9个岗位专属AI卡片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**D区** | 3/6 | 360视图（客户/患者全景） | 各岗位差异化视角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**统一之处**：布局框架、前端组件库、认证体系、AI能力调用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**差异之处**：功能入口、AI卡片、提醒逻辑、360视图维度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**页面标题**：六层技术架构 — 从基础设施到岗位交付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层级 | 名称 | 核心组件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**L6** | 岗位工作台层 | 5个千人千面工作台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**L5** | 个性化交互层 | 卡片组件库 + 拖拽引擎 + AI布局优化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**L4.1** | AI能力与知识中台 | 大模型层 + RAG知识图谱 + Agent编排 + Copilot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**L4.2** | 业务工作台层 | AI驱动的业务功能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**L3** | 智能提醒中心 | AI任务引擎 + 规则引擎 + 预警引擎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**L2** | 统一数据与服务中台 | 客户主数据 + 预约调度 + EMR + 流程引擎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**L1** | 外部系统与基础设施 | HIS/LIS/PACS/ERP/CRM/体检系统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**核心技术栈**：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前端：React 18 + TypeScript + Ant Design 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后端：Spring Boot 3.x + PostgreSQL + Redis + RabbitMQ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AI：DeepSeek V3（主力）+ 通义千问（备选）+ WiNGPT/YiduCore（医疗）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向量库：Milvus 2.3 + BGE-M3 Embedding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基础设施：阿里云 + Docker + Kubernetes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**页面标题**：六大核心数据源集成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外部系统 | 数据类型 | 接口方式 | 对接复杂度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|---------|---------|---------|-----------|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**HIS系统** | 诊疗/医嘱/病历 | RESTful/HL7 FHIR | 高（需源码）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**LIS系统** | 检验报告 | HL7/FHIR | 中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**PACS系统** | 影像数据 | DICOM/RESTful | 中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**体检系统** | 体检报告 | RESTful | 低（已有接口）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**CRM系统** | 客户/消费 | RESTful | 低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**ERP系统** | 产品/价格/库存 | RESTful | 低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**关键依赖风险**：HIS系统源码获取（病历自动化的前提条件）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第四章：八大产品线详解（8-10页，10分钟）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**页面标题**：P8 AI技术中台 — 统一底座，能力资产化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**产品使命**：统一底座、能力资产化、降本增效、安全合规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**六大核心模块**：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模块 | 核心功能 | 关键指标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|------|---------|---------|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**M1 大模型管理** | 模型注册、智能路由、故障转移、成本治理 | 路由延迟&lt;10ms，切换&lt;3s，成本降30%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**M2 知识库平台** | 文档处理、智能切片、混合检索、知识图谱 | Top5召回率≥80%，检索&lt;200ms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**M3 网关中台** | 统一鉴权、流量治理、调用审计、内容安全 | 认证&lt;5ms，审计100%，敏感识别≥95%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**M4 工作流平台** | 可视化编排、执行引擎、版本管理 | ≥10种节点，并发≥100实例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**M5 智能体平台** | Agent编排、Function Calling、多Agent协作 | 准确率≥90%，预置≥5个Agent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**M6 评测监控** | 自动化评测、A/B测试、告警通知 | 刷新&lt;30s，告警&lt;1分钟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**四阶段路线图**：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阶段 | 时间 | 关键KPI 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|------|------|---------|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工具落地 | M1 | 全员安装OpenCode，日活≥60% |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8046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能力沉淀 | M2-M3 | 采集5万+会话，4+岗位Skill，效率提升15% |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8503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资产管理 | M4-M5 | 资产中央库上线，API Key管理，0起外流 |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8961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流程治理 | M6+ | 3+ SOP工作流，Dify集成，流程效率提升30% |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9418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**P8对上层应用的解锁关系**：P8 v0.5 解锁 P6 v1.0 / P1 v0.1 → P8 v1.0 解锁 P1 v1.0 / P7 v0.5 → P8 v1.5 解锁 P3/P4 v1.0 → P8 v2.0 解锁语音病历/知识图谱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**页面标题**：P1 健康管家AI工作台 — 服务效率提升90%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**目标用户**：健康管家30-50人，每人负责50-200名客户，日均15-30个服务事项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**核心痛点**：多系统切换（至少4个系统）、AI四象限不准、报告解读耗时长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**7大AI引擎**：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AI引擎 | 核心价值 | 关键指标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|--------|---------|---------|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AI报告解读 | 一键生成专业版&amp;通俗版 | 从30min→3min，**提升90%**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AI干预方案 | 风险评估+干预匹配+效果预测 | 指标改善率&gt;30%，采纳率&gt;60%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AI随访编排 | RFM分层+时间/渠道优化 | 完成率提升&gt;20%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AI内容生成 | 个性化营销内容 | 客户打开率提升&gt;10%，采纳率&gt;70%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AI客户洞察 | 200+维度画像，流失预测 | AUC&gt;0.8，流失预测&gt;75%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AI消耗规划 | 线性规划/遗传算法优化 | 到期损耗率降低&gt;30%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AI数据汇总 | 异常检测与趋势分析 | 异常召回率&gt;85%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**E区14项功能** | **C区9个AI卡片** | **D区7面板360视图**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**全年版本节奏**：v0.1(3月设计) → v0.5(4月框架) → v1.0(5-6月核心) → v1.5(7月AI一期) → v2.0(8月AI二期) → v2.5(9月增强) → v3.0(10月全功能) → v3.5(11-12月优化)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**页面标题**：P2 医生AI诊疗工作台 — 诊疗效率提升50%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**目标用户**：全职/坐诊医生12-15人，日均接诊20-40人次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**核心痛点**：体检指标逐项手动对比、病历书写完全人工、缺乏循证辅助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**9大AI引擎**（最多，突显医疗场景复杂性）：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AI引擎 | 核心价值 | 关键指标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|--------|---------|---------|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AI诊断辅助 | TOP5诊断建议+证据等级 | 准确率≥85%，漏诊&lt;3%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AI方案推荐 | 循证A/B/C/D级多方案对比 | 指南一致率≥90%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AI病历生成 | 语音→文字→结构化→质控 | 识别≥92%，书写时间减少**70%**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AI疗效预测 | LSTM/Transformer时序预测 | 3个月误差≤15%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AI审方系统 | 三级规则引擎+知识图谱 | 严重禁忌**100%检出**，5000+药品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AI四象限评估 | 疗效×风险二维评估 | —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AI检验报告解读 | 异常检出+趋势分析 | 异常检出率≥99%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AI会诊辅助 | 自动整理会诊资料+摘要 | 记录准确率≥90%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体检指标对比 | 多期对比+ARIMA趋势 | — 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8046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**特殊硬件需求**：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8503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钉钉键12块（USB语音采集设备，~600元总计）— **刘总已要求**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AI总检报告模块外购（20-30万）— **需强总确认**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9235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**医疗合规**：等保三级，审计日志≥3年，电子病历符合卫健委规范，AI标注"仅供参考"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**页面标题**：P3 护理AI执行工作台 — 安全第一，差错降低50%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**目标用户**：护理人员20-30人，覆盖护士站/病房/治疗室/配液室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**核心痛点**：工作量统计全靠手工、时间管理表与中台不同步、输液系统不联通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**6大AI引擎**：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AI引擎 | 核心价值 | 关键指标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|--------|---------|---------|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AI治疗提醒 | 治疗时间/准备/核对全流程提醒 | 到达率100%，误提醒&lt;1%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AI配液建议 | 三层计算（剂量→配伍→LLM审核） | 3000+药品，准确率**100%**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AI不良反应预警 | 三层模型融合（阈值+LSTM+多因素） | 预警提前≥15分钟，准确率≥85%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AI查房助手 | 语音录入+AI预填 | 预填≥90%，文书时间减少**60%**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AI操作指引 | 多模态RAG（文本+视频） | 100+种操作SOP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AI排班优化 | CSP+遗传算法 | 满意度≥80分，公平性偏差&lt;5%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**系统可用性**：≥99.9%（护理系统最高可用性要求）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**特色**：离线模式支持核心功能本地运行，双因子认证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**页面标题**：P4 咨询师AI规划工作台 — 升单转化率提升20%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**目标用户**：咨询师10-15人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**核心痛点**："看不到对应信息"、跨楼层数据不联通、手动整理工作量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**6大AI引擎**：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AI引擎 | 核心价值 | 关键指标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|--------|---------|---------|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AI消耗规划 | 协同过滤+规则+LLM的1+X方案 | 方案接受率≥60%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AI升单建议 | XGBoost预测转化概率 | AUC≥0.75，月度自动更新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AI话术生成 | RAG+LLM+风格调整 | &lt;3s生成，1000+案例库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AI客户分析 | RFM+流失预测+CLV | 流失提前30天预警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AI预约优化 | 约束满足问题算法 | 冲突检测100%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AI数据整合 | ETL+实体对齐+LLM结构化 | 覆盖4+数据源，对齐≥95%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**核心业务目标**：话术准备时间减少**70%**、数据整合时间减少**80%**、规划精准度提升**30%**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**页面标题**：P5 预约部AI工作台 — 处理效率提升10倍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**目标用户**：预约团队5-8人（主管1人 + 高级专员2-3人 + 专员2-4人）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**5大AI功能**：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AI功能 | 核心价值 | 关键指标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|--------|---------|---------|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AI排班管理 | 约束满足+启发式优化 | 方案生成≤30秒，冲突检测≥98%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AI预约审核 | 自动预检+冲突检测+一键审核 | 自动通过率60-75%，人工量减少50%+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AI批量处理 | 智能分组+批量建议 | —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AI数据汇总 | 自然语言查询+自动日报 | —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AI异常预警 | 7种预警类型 | 响应从小时级→分钟级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**核心提效**：单条预约处理从5分钟→**30秒**（提升10倍）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**页面标题**：P6 AI企微侧边栏 — 跨角色统一AI入口（评分4.55分全场最高）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**目标用户**：管家20-30人 + 市场8-12人 + 咨询师10-15人 = **约40-60人**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**定位**：嵌入企业微信客户端的统一AI入口，"沟通即服务、对话即营销"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**5大核心模块**：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模块 | 核心功能 | 关键指标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客户画像即时查看 | VIP等级/健康摘要/消费/沟通历史 | 加载≤1秒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AI话术推荐 | 7种场景，一键发送 | ≤3秒，准确率≥90%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AI营销助手 | 客户分层+活动推荐+素材生成 | 素材≤10秒，3版本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快捷操作 | 预约/报告/方案/提醒等8项 | 一键直达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通话总结 | 语音转文字+智能摘要+情绪分析 | ≤30秒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**跨角色适配**：管家视图（服务维护）/ 市场视图（营销转化）/ 咨询师视图（专业咨询）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**技术栈差异**：Vue 3 + Vant 4 + Pinia（企微H5应用，区别于其他产品的React）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**核心价值**：沟通效率提升**60%**、营销精准度提升**40%**、客户响应率提升**25%**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**启动最早**：v0.5 MVP 2月启动，是全产品线最早落地的产品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**页面标题**：P7 AI数据分析平台 — 人人可问数据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**目标用户**：运营经理5-8人 + 店长3-5人 + 管理层3-5人 + 财务2-3人 + 市场2-3人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**核心能力**：自然语言查询（Text2SQL），让非技术人员无需写SQL即可查询数据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**5大功能模块**：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模块 | 核心功能 | 关键指标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经营智能问数 | 8种查询类型，5大业务域指标 | 简单查询≤10s，准确率≥92%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指标预警 | 5种规则+6个预设模板 | 4通道通知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自动报表 | 日报/周报/月报+AI洞察 | ≤60秒生成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体检看板日报 | 实时数据+趋势+对比 | 刷新≤5秒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AI流程图绘制 | 6种图表+自然语言生成 | 导出PNG/SVG/PDF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**安全机制**：数据权限矩阵、SQL安全审核（禁DDL/DML）、只读连接、查询审计、频率限制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**页面标题**：八大产品横向对比一览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产品 | 目标用户 | AI引擎数 | 启动时间 | 版本数 | SLA | 特殊依赖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|------|---------|---------|---------|--------|-----|---------|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**P8 技术中台** | 开发/运维/产品 | 6模块 | 1月 | 7版本 | 99.9% | 阿里云+Milvus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**P6 企微侧边栏** | 管家/市场/咨询师 | 5功能 | 2月 | 6版本 | 99.5% | 企微SDK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**P1 健康管家** | 管家30-50人 | 7引擎 | 3月 | 8版本 | 99.5% | HIS/CRM/体检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**P2 医生诊疗** | 医生12-15人 | 9引擎 | 3月 | 8版本 | 99.5% | HIS/LIS/PACS+钉钉键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**P7 数据分析** | 管理层/运营 | 5功能 | 4月 | 5版本 | 99.5% | 多数据源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**P3 护理执行** | 护理20-30人 | 6引擎 | 5月 | 7版本 | **99.9%** | IoT设备+HIS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**P4 咨询师** | 咨询师10-15人 | 6引擎 | 5月 | 6版本 | 99.5% | CRM/ERP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**P5 预约部** | 预约5-8人 | 5功能 | 7月 | 6版本 | 99.5% | HIS排班 |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第五章：全年实施路线图（3-4页，5分钟）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**页面标题**：2026年四阶段实施路线图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**建议用甘特图/时间轴可视化呈现**：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阶段 | 时间 | 目标 | 核心交付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**Prep 预研期** | 1-3月 | 资料校验+技术预研 | 需求映射、PoC验证、Vibe Coding流程演练、P8 v0.1-v0.5、P6 MVP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**Q2 底座+首批应用** | 4-6月 | 能力底座+首批上线 | P8 v1.0（模型路由+知识库+网关）、P1 v1.0、P2 v1.0、P7 v0.5-v1.0、P6 v1.5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**Q3 扩展验证** | 7-9月 | 产品线扩展 | P3 v1.0-v1.5、P4 v1.0-v1.5、P5 v0.5-v1.0、P1 v2.0-v2.5、P2 v2.0-v2.5、P8 v2.0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**Q4 收官深化** | 10-12月 | 全产品V1.0交付 | 所有产品年终稳定版、性能优化、安全渗透、合规审查、ROI复盘 |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**页面标题**：八大产品线并行推进时间线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```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   1月  2月  3月  4月  5月  6月  7月  8月  9月  10月 11月 12月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P8中台  ████ ████ ████ ████ ████ ████ ████ ████ ████ ████ ████ ████  ← 全年持续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P6企微       ████ ████ ████ ████ ████ ████ ████ ████ ████ ████ ████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P1管家            ████ ████ ████ ████ ████ ████ ████ ████ ████ ████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P2医生            ████ ████ ████ ████ ████ ████ ████ ████ ████ ████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P7数据                 ████ ████ ████ ████ ████ ████ ████ ████ ████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P3护理                      ████ ████ ████ ████ ████ ████ ████ ████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P4咨询师                    ████ ████ ████ ████ ████ ████ ████ ████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P5预约                                ████ ████ ████ ████ ████ ████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```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**关键里程碑**：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**1月**：全员OpenCode部署，日活≥60%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**3月**：P8网关+知识库MVP上线，P6企微侧边栏管家全员使用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**6月**：P1/P2核心功能上线，P7 Text2SQL上线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**9月**：P3/P4 AI集成关键里程碑，全产品AI能力覆盖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**12月**：全产品年终稳定版V1.0交付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**页面标题**：中台能力解锁路径 — P8是一切的前提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P8版本 | 时间 | 解锁上层产品 | 提供关键能力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|--------|------|------------|------------|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v0.1 | 1月 | P6 v0.5 启动 | 基础AI调用环境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v0.5 | 2-3月 | P6 v1.0、P1/P2 v0.1 | AI网关、知识库MVP、Skill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v1.0 | 4-5月 | P1/P2 v0.5-v1.0、P7 v0.5 | 稳定API、模型路由、权限管理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v1.5 | 6-7月 | P1 v1.5-v2.0、P3/P4 v0.5-v1.0 | 工作流编排、评测框架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v2.0 | 8-9月 | P2 v2.0（语音病历）、P3 v1.5、P5 v1.0 | 多模态、智能体、知识图谱、ASR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v2.5 | 10-11月 | 全产品年终版 | 合规审查、A/B测试、审计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v3.0 | 12月 | 全产品稳定版 | 性能优化、安全加固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**演讲要点**：P8中台不是独立产品，而是持续为上层产品"供血"的底座。P8每个版本迭代都对应着上层产品能力的升级解锁。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第六章：团队配置与成本预算（2-3页，3分钟）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**页面标题**：五人精干团队 + Vibe Coding模式 — 杜绝扩编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**团队配置**：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角色 | 人数 | 核心职责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**AI技术总监** | 1人 | 战略统筹、架构决策、对外协调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**AI架构师** | 1人 | 平台架构设计、知识底座建设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**算法工程师** | 1人 | 大模型调优、核心AI能力开发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**前端开发** | 1人 | AI产品界面交付、组件库维护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**后端开发** | 1人 | 平台服务开发、API网关、系统集成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**轮值机制**：内部轮值测试/运维，不额外招人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**核心方法论**：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**Vibe Coding模式**：AI辅助编码，全程保留Prompt/脚本供审计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**AI工具加持**：OpenCode全员日常使用，效率倍增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五人制足以支撑15个产品的全年交付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**页面标题**：年度投入估算 — 总计约254万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成本类别 | 年度金额（万元） | 占比 | 说明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|---------|----------------|------|------|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**人力成本** | 187.0 | 73.5% | 5人团队全年薪资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**服务器成本** | 56.4 | 22.2% | 阿里云+GPU+存储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**模型调用成本** | 10.8 | 4.3% | DeepSeek/通义千问API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**硬件采购** | ~0.1 | &lt;0.1% | 钉钉键12块（约8,400元）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**外购模块** | 20-30 | 额外 | AI总检报告（需强总确认）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**合计（不含外购）** | **254.2** | **100%** | —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**合计（含外购）** | **~280** | — | —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**成本优化策略**：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V3为主力模型（成本远低于GPT-4）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智能路由引擎自动选择性价比最优模型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Token成本目标降低30%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缓存策略（命中率≥20%）减少重复调用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第七章：核心KPI与预期ROI（2-3页，3分钟）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**页面标题**：2026年度核心KPI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**平台级KPI**：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指标 | 目标 | 达成时间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|------|------|---------|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全员工具覆盖率 | 100% | Q1末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工具日活率 | ≥60% | Q1末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知识库文档数 | ≥5000篇 | Q2末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会话采集数 | ≥5万条 | Q2末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6大中台模块上线 | 100% | Q3末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模型调用成本下降 | ≥30% | Q3末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全链路审计覆盖 | 100% | Q4末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系统可用性 | ≥99.9% | Q3末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数据泄露事件 | 0起 | 全年 |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**页面标题**：AI赋能预期效率提升总览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产品 | 核心提效指标 | 提升幅度 | 受益人群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|------|------------|---------|---------|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**P1 管家** | 报告解读时间 | 30min→3min（**↓90%**） | 30-50人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**P1 管家** | 客户流失预测准确率 | &gt;75% | 30-50人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**P2 医生** | 方案制定时间 | **↓50%** | 12-15人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**P2 医生** | 病历书写时间 | **↓70%** | 12-15人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**P2 医生** | 严重配伍禁忌检出 | **100%** | 12-15人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**P3 护理** | 操作差错率 | **↓50%** | 20-30人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**P3 护理** | 文书填写时间 | **↓60%** | 20-30人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**P3 护理** | 配液核对准确率 | ≥99.5% | 20-30人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**P4 咨询师** | 升单转化率 | **↑20%** | 10-15人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**P4 咨询师** | 话术准备时间 | **↓70%** | 10-15人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**P5 预约** | 单条处理时间 | 5min→30s（**↑10倍**） | 5-8人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**P6 企微** | 沟通效率 | **↑60%** | 40-60人 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8046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**P6 企微** | 营销精准度 | **↑40%** | 40-60人 |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8503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**P7 数据** | 报表自动化率 | ≥70% | 15-20人 |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8961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**总受益人群**：约 **130-200人**，覆盖7个业务部门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**页面标题**：AI能力中台核心指标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中台组件 | 核心指标 | 目标值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|---------|---------|--------|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P01 大模型管理 | 模型接入周期 | 从2周→**3天**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P01 大模型管理 | Token成本 | **↓30%**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P01 大模型管理 | 模型利用率 | ≥85%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P02 知识库 | 检索准确率 | ≥85%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P02 知识库 | 问答响应 | &lt;2秒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P02 知识库 | 知识覆盖率 | ≥90%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P03 网关 | 鉴权成功率 | ≥99.9%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P03 网关 | 审计日志完整率 | 100% |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P04 工作流 | 流程设计周期 | 从5天→**1天** |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P04 工作流 | 流程复用率 | ≥60% |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P05 多模态 | 数据处理效率 | **提升10倍** 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P05 多模态 | 处理准确率 | ≥95% |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第八章：风险管控与应对策略（2页，2分钟）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**页面标题**：风险矩阵与应对策略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风险 | 等级 | 影响 | 应对策略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|------|------|------|---------|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**HIS系统源码获取** | 🔴 高 | P2病历自动化的前提条件 | 与HIS厂商持续沟通（厂商已有意愿提供），准备备选方案（API层面集成）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**AI四象限准确率** | 🔴 高 | 多部门高频使用，"不准"是核心抱怨 | 知识库质量提升+模型微调+人工标注数据积累+准确率门槛管控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**输液系统厂商集成** | 🟡 中 | P3护理工作台IoT集成 | 提前联系厂商评估集成意愿和接口能力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**跨系统数据合规** | 🟡 中 | 多系统数据打通的合规风险 | 数据脱敏+最小权限+审计日志+合规前置审查 |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**医护人员接受度** | 🟡 中 | AI工具能否被一线采纳 | 灰度上线+人工复核流程+培训+渐进式获取信任 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**人力瓶颈** | 🟡 中 | 5人团队承担15个产品 | Vibe Coding模式+AI辅助+严格优先级+不扩编 |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**页面标题**：医疗合规保障体系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**合规框架**：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**等保三级**：系统安全等级保护认证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**数据安全**：全链路HTTPS/WSS加密，AES-256敏感数据存储，数据不出境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**电子病历合规**：符合卫健委电子病历规范，质控≥50条规则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**处方管理合规**：符合《处方管理办法》，三级审核（AI→药师→医生）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**AI辅助声明**：所有AI生成内容标注"仅供参考，需医生确认"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**审计追溯**：审计日志保留≥3年，全链路可追溯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**数据标注平台**：多人协作标注，Kappa系数≥0.8确保标注一致性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第九章：近期速赢与待决事项（1-2页，2分钟）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**页面标题**：即刻可推进的速赢项目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**已获高管确认**：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✅ **钉钉键设备采购**（刘总已要求）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数量：12块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单价：约600-700元/块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总计：约8,400元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用途：医生语音病历采集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状态：可立即采购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⏳ **AI总检报告模块外购**（需强总确认）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费用：20-30万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供应商：体检系统厂商（已有成熟AI能力）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价值：总检报告生成时间从人工30min→AI 60秒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675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状态：**待强总确认费用及部署方式**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7132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**已在推进**：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7589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✅ **OpenCode全员部署**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8046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目标：100%覆盖率，日活≥60%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8503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状态：Q1持续推进中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8961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✅ **P6企微侧边栏MVP**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9418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- 2月已启动，管家角色优先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9875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目标：管家全员使用20人+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**页面标题**：需领导决策的关键事项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# | 待决事项 | 决策人 | 紧急度 | 影响范围 |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|---|---------|--------|--------|---------|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1 | **AI总检报告模块采购费用及部署方式** | 强总 | 高 | P2医生工作台 |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2 | **HIS系统源码获取推动** | CTO/强总 | 高 | P2病历自动化 |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3 | **输液系统厂商对接授权** | 相关VP | 中 | P3护理工作台 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4 | **医疗数据跨系统打通合规审批** | 合规/法务 | 中 | 全产品线 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5 | **等保三级认证启动** | CTO | 中 | 全平台安全 |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尾页：总结与下一步行动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2743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**页面标题**：2026，AI赋能 — 从规划到落地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**一句话总结**：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8大产品、三层架构、五人战队、四阶段推进，254万年度投入，覆盖7部门130-200人，全面提升核心业务效率50%+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**三个关键数字**：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**108**项一线需求，65%已完全覆盖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**8**大AI产品线，覆盖全业务流程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**5**人精干团队，杜绝扩编，Vibe Coding模式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**下一步行动**（按紧急程度排序）：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🔴 请强总确认AI总检报告模块采购（20-30万）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🔴 推动HIS系统源码获取谈判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486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🟢 立即采购钉钉键12块（~8,400元，刘总已批准）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🟢 持续推进OpenCode全员日活率达标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🟢 P6企微侧边栏管家全员推广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858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🟡 启动输液系统厂商对接评估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7315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🟡 启动医疗数据合规前置审查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7772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**感谢聆听，期待指导！**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914400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附录（备用页面，按需展示）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附录F：文档质量演进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6C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**文档说明**：本PPT大纲基于项目文档库V1.6全部内容综合提炼，所有数据均来源于一线调研记录、会议纪要和产品规划文档。ROI数据为预测性分析，需在实际运营中持续验证。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pptx-cli</dc:creator>
  <cp:lastModifiedBy>pptx-cli</cp:lastModifiedBy>
  <cp:revision>1</cp:revision>
  <dcterms:created xsi:type="dcterms:W3CDTF">2026-03-20T07:10:35Z</dcterms:created>
  <dcterms:modified xsi:type="dcterms:W3CDTF">2026-03-20T07:10:35Z</dcterms:modified>
</cp:coreProperties>
</file>