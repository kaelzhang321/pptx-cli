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title: Infographic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author: Test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Infographic Test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Introduction to Infographics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 Example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pptx-cli</dc:creator>
  <cp:lastModifiedBy>pptx-cli</cp:lastModifiedBy>
  <cp:revision>1</cp:revision>
  <dcterms:created xsi:type="dcterms:W3CDTF">2026-03-23T03:59:17Z</dcterms:created>
  <dcterms:modified xsi:type="dcterms:W3CDTF">2026-03-23T03:59:17Z</dcterms:modified>
</cp:coreProperties>
</file>